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slides/slide19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73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37.xml" ContentType="application/vnd.openxmlformats-officedocument.presentationml.slide+xml"/>
  <Override PartName="/ppt/slides/slide75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9.xml" ContentType="application/vnd.openxmlformats-officedocument.presentationml.slide+xml"/>
  <Override PartName="/ppt/slides/slide35.xml" ContentType="application/vnd.openxmlformats-officedocument.presentationml.slide+xml"/>
  <Override PartName="/ppt/slides/slide47.xml" ContentType="application/vnd.openxmlformats-officedocument.presentationml.slide+xml"/>
  <Override PartName="/ppt/slides/slide14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3.xml" ContentType="application/vnd.openxmlformats-officedocument.presentationml.slide+xml"/>
  <Override PartName="/ppt/slides/slide56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69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33.xml" ContentType="application/vnd.openxmlformats-officedocument.presentationml.slide+xml"/>
  <Override PartName="/ppt/slides/slide10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49.xml" ContentType="application/vnd.openxmlformats-officedocument.presentationml.slide+xml"/>
  <Override PartName="/ppt/slides/slide6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44.xml" ContentType="application/vnd.openxmlformats-officedocument.presentationml.slide+xml"/>
  <Override PartName="/ppt/slides/slide2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60.xml" ContentType="application/vnd.openxmlformats-officedocument.presentationml.slide+xml"/>
  <Override PartName="/ppt/slides/slide52.xml" ContentType="application/vnd.openxmlformats-officedocument.presentationml.slide+xml"/>
  <Override PartName="/ppt/slides/slide50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55.xml" ContentType="application/vnd.openxmlformats-officedocument.presentationml.slide+xml"/>
  <Override PartName="/ppt/slides/slide53.xml" ContentType="application/vnd.openxmlformats-officedocument.presentationml.slide+xml"/>
  <Override PartName="/ppt/slides/slide16.xml" ContentType="application/vnd.openxmlformats-officedocument.presentationml.slide+xml"/>
  <Override PartName="/ppt/slides/slide68.xml" ContentType="application/vnd.openxmlformats-officedocument.presentationml.slide+xml"/>
  <Override PartName="/ppt/slides/slide48.xml" ContentType="application/vnd.openxmlformats-officedocument.presentationml.slide+xml"/>
  <Override PartName="/ppt/slides/slide54.xml" ContentType="application/vnd.openxmlformats-officedocument.presentationml.slide+xml"/>
  <Override PartName="/ppt/slides/slide58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62.xml" ContentType="application/vnd.openxmlformats-officedocument.presentationml.slide+xml"/>
  <Override PartName="/ppt/slides/slide32.xml" ContentType="application/vnd.openxmlformats-officedocument.presentationml.slide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slides/slide65.xml" ContentType="application/vnd.openxmlformats-officedocument.presentationml.slide+xml"/>
  <Override PartName="/ppt/slides/slide64.xml" ContentType="application/vnd.openxmlformats-officedocument.presentationml.slide+xml"/>
  <Override PartName="/ppt/slides/slide43.xml" ContentType="application/vnd.openxmlformats-officedocument.presentationml.slide+xml"/>
  <Override PartName="/ppt/slides/slide70.xml" ContentType="application/vnd.openxmlformats-officedocument.presentationml.slide+xml"/>
  <Override PartName="/ppt/slides/slide51.xml" ContentType="application/vnd.openxmlformats-officedocument.presentationml.slide+xml"/>
  <Override PartName="/docProps/core.xml" ContentType="application/vnd.openxmlformats-package.core-properties+xml"/>
  <Override PartName="/ppt/slides/slide59.xml" ContentType="application/vnd.openxmlformats-officedocument.presentationml.slide+xml"/>
  <Override PartName="/ppt/slides/slide71.xml" ContentType="application/vnd.openxmlformats-officedocument.presentationml.slide+xml"/>
  <Override PartName="/ppt/slides/slide74.xml" ContentType="application/vnd.openxmlformats-officedocument.presentationml.slide+xml"/>
  <Override PartName="/ppt/slides/slide5.xml" ContentType="application/vnd.openxmlformats-officedocument.presentationml.slide+xml"/>
  <Override PartName="/ppt/slides/slide63.xml" ContentType="application/vnd.openxmlformats-officedocument.presentationml.slide+xml"/>
  <Override PartName="/ppt/tableStyles.xml" ContentType="application/vnd.openxmlformats-officedocument.presentationml.tableStyles+xml"/>
  <Override PartName="/ppt/slides/slide20.xml" ContentType="application/vnd.openxmlformats-officedocument.presentationml.slide+xml"/>
  <Override PartName="/ppt/slides/slide66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72.xml" ContentType="application/vnd.openxmlformats-officedocument.presentationml.slide+xml"/>
  <Override PartName="/ppt/slides/slide39.xml" ContentType="application/vnd.openxmlformats-officedocument.presentationml.slide+xml"/>
  <Override PartName="/ppt/slides/slide76.xml" ContentType="application/vnd.openxmlformats-officedocument.presentationml.slide+xml"/>
  <Override PartName="/ppt/slides/slide57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31.xml" ContentType="application/vnd.openxmlformats-officedocument.presentationml.slide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7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79" Type="http://schemas.openxmlformats.org/officeDocument/2006/relationships/tableStyles" Target="tableStyles.xml" /><Relationship Id="rId78" Type="http://schemas.openxmlformats.org/officeDocument/2006/relationships/presProps" Target="presProps.xml" /><Relationship Id="rId77" Type="http://schemas.openxmlformats.org/officeDocument/2006/relationships/notesMaster" Target="notesMasters/notesMaster1.xml" /><Relationship Id="rId76" Type="http://schemas.openxmlformats.org/officeDocument/2006/relationships/slide" Target="slides/slide76.xml" /><Relationship Id="rId74" Type="http://schemas.openxmlformats.org/officeDocument/2006/relationships/slide" Target="slides/slide74.xml" /><Relationship Id="rId72" Type="http://schemas.openxmlformats.org/officeDocument/2006/relationships/slide" Target="slides/slide72.xml" /><Relationship Id="rId71" Type="http://schemas.openxmlformats.org/officeDocument/2006/relationships/slide" Target="slides/slide71.xml" /><Relationship Id="rId70" Type="http://schemas.openxmlformats.org/officeDocument/2006/relationships/slide" Target="slides/slide70.xml" /><Relationship Id="rId7" Type="http://schemas.openxmlformats.org/officeDocument/2006/relationships/slide" Target="slides/slide7.xml" /><Relationship Id="rId68" Type="http://schemas.openxmlformats.org/officeDocument/2006/relationships/slide" Target="slides/slide68.xml" /><Relationship Id="rId80" Type="http://schemas.openxmlformats.org/officeDocument/2006/relationships/viewProps" Target="viewProps.xml" /><Relationship Id="rId65" Type="http://schemas.openxmlformats.org/officeDocument/2006/relationships/slide" Target="slides/slide65.xml" /><Relationship Id="rId64" Type="http://schemas.openxmlformats.org/officeDocument/2006/relationships/slide" Target="slides/slide64.xml" /><Relationship Id="rId63" Type="http://schemas.openxmlformats.org/officeDocument/2006/relationships/slide" Target="slides/slide63.xml" /><Relationship Id="rId62" Type="http://schemas.openxmlformats.org/officeDocument/2006/relationships/slide" Target="slides/slide62.xml" /><Relationship Id="rId6" Type="http://schemas.openxmlformats.org/officeDocument/2006/relationships/slide" Target="slides/slide6.xml" /><Relationship Id="rId60" Type="http://schemas.openxmlformats.org/officeDocument/2006/relationships/slide" Target="slides/slide60.xml" /><Relationship Id="rId59" Type="http://schemas.openxmlformats.org/officeDocument/2006/relationships/slide" Target="slides/slide59.xml" /><Relationship Id="rId58" Type="http://schemas.openxmlformats.org/officeDocument/2006/relationships/slide" Target="slides/slide58.xml" /><Relationship Id="rId57" Type="http://schemas.openxmlformats.org/officeDocument/2006/relationships/slide" Target="slides/slide57.xml" /><Relationship Id="rId55" Type="http://schemas.openxmlformats.org/officeDocument/2006/relationships/slide" Target="slides/slide55.xml" /><Relationship Id="rId54" Type="http://schemas.openxmlformats.org/officeDocument/2006/relationships/slide" Target="slides/slide54.xml" /><Relationship Id="rId53" Type="http://schemas.openxmlformats.org/officeDocument/2006/relationships/slide" Target="slides/slide53.xml" /><Relationship Id="rId52" Type="http://schemas.openxmlformats.org/officeDocument/2006/relationships/slide" Target="slides/slide52.xml" /><Relationship Id="rId51" Type="http://schemas.openxmlformats.org/officeDocument/2006/relationships/slide" Target="slides/slide51.xml" /><Relationship Id="rId50" Type="http://schemas.openxmlformats.org/officeDocument/2006/relationships/slide" Target="slides/slide50.xml" /><Relationship Id="rId46" Type="http://schemas.openxmlformats.org/officeDocument/2006/relationships/slide" Target="slides/slide46.xml" /><Relationship Id="rId29" Type="http://schemas.openxmlformats.org/officeDocument/2006/relationships/slide" Target="slides/slide29.xml" /><Relationship Id="rId45" Type="http://schemas.openxmlformats.org/officeDocument/2006/relationships/slide" Target="slides/slide45.xml" /><Relationship Id="rId44" Type="http://schemas.openxmlformats.org/officeDocument/2006/relationships/slide" Target="slides/slide44.xml" /><Relationship Id="rId32" Type="http://schemas.openxmlformats.org/officeDocument/2006/relationships/slide" Target="slides/slide32.xml" /><Relationship Id="rId42" Type="http://schemas.openxmlformats.org/officeDocument/2006/relationships/slide" Target="slides/slide42.xml" /><Relationship Id="rId49" Type="http://schemas.openxmlformats.org/officeDocument/2006/relationships/slide" Target="slides/slide49.xml" /><Relationship Id="rId41" Type="http://schemas.openxmlformats.org/officeDocument/2006/relationships/slide" Target="slides/slide41.xml" /><Relationship Id="rId39" Type="http://schemas.openxmlformats.org/officeDocument/2006/relationships/slide" Target="slides/slide39.xml" /><Relationship Id="rId8" Type="http://schemas.openxmlformats.org/officeDocument/2006/relationships/slide" Target="slides/slide8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34" Type="http://schemas.openxmlformats.org/officeDocument/2006/relationships/slide" Target="slides/slide34.xml" /><Relationship Id="rId12" Type="http://schemas.openxmlformats.org/officeDocument/2006/relationships/slide" Target="slides/slide12.xml" /><Relationship Id="rId5" Type="http://schemas.openxmlformats.org/officeDocument/2006/relationships/slide" Target="slides/slide5.xml" /><Relationship Id="rId48" Type="http://schemas.openxmlformats.org/officeDocument/2006/relationships/slide" Target="slides/slide48.xml" /><Relationship Id="rId33" Type="http://schemas.openxmlformats.org/officeDocument/2006/relationships/slide" Target="slides/slide33.xml" /><Relationship Id="rId61" Type="http://schemas.openxmlformats.org/officeDocument/2006/relationships/slide" Target="slides/slide61.xml" /><Relationship Id="rId0" Type="http://schemas.openxmlformats.org/officeDocument/2006/relationships/slideMaster" Target="slideMasters/slideMaster1.xml" /><Relationship Id="rId38" Type="http://schemas.openxmlformats.org/officeDocument/2006/relationships/slide" Target="slides/slide38.xml" /><Relationship Id="rId56" Type="http://schemas.openxmlformats.org/officeDocument/2006/relationships/slide" Target="slides/slide56.xml" /><Relationship Id="rId31" Type="http://schemas.openxmlformats.org/officeDocument/2006/relationships/slide" Target="slides/slide31.xml" /><Relationship Id="rId40" Type="http://schemas.openxmlformats.org/officeDocument/2006/relationships/slide" Target="slides/slide40.xml" /><Relationship Id="rId3" Type="http://schemas.openxmlformats.org/officeDocument/2006/relationships/slide" Target="slides/slide3.xml" /><Relationship Id="rId28" Type="http://schemas.openxmlformats.org/officeDocument/2006/relationships/slide" Target="slides/slide28.xml" /><Relationship Id="rId25" Type="http://schemas.openxmlformats.org/officeDocument/2006/relationships/slide" Target="slides/slide25.xml" /><Relationship Id="rId69" Type="http://schemas.openxmlformats.org/officeDocument/2006/relationships/slide" Target="slides/slide69.xml" /><Relationship Id="rId30" Type="http://schemas.openxmlformats.org/officeDocument/2006/relationships/slide" Target="slides/slide30.xml" /><Relationship Id="rId24" Type="http://schemas.openxmlformats.org/officeDocument/2006/relationships/slide" Target="slides/slide24.xml" /><Relationship Id="rId67" Type="http://schemas.openxmlformats.org/officeDocument/2006/relationships/slide" Target="slides/slide67.xml" /><Relationship Id="rId47" Type="http://schemas.openxmlformats.org/officeDocument/2006/relationships/slide" Target="slides/slide47.xml" /><Relationship Id="rId35" Type="http://schemas.openxmlformats.org/officeDocument/2006/relationships/slide" Target="slides/slide35.xml" /><Relationship Id="rId23" Type="http://schemas.openxmlformats.org/officeDocument/2006/relationships/slide" Target="slides/slide23.xml" /><Relationship Id="rId9" Type="http://schemas.openxmlformats.org/officeDocument/2006/relationships/slide" Target="slides/slide9.xml" /><Relationship Id="rId66" Type="http://schemas.openxmlformats.org/officeDocument/2006/relationships/slide" Target="slides/slide66.xml" /><Relationship Id="rId27" Type="http://schemas.openxmlformats.org/officeDocument/2006/relationships/slide" Target="slides/slide27.xml" /><Relationship Id="rId22" Type="http://schemas.openxmlformats.org/officeDocument/2006/relationships/slide" Target="slides/slide22.xml" /><Relationship Id="rId26" Type="http://schemas.openxmlformats.org/officeDocument/2006/relationships/slide" Target="slides/slide26.xml" /><Relationship Id="rId21" Type="http://schemas.openxmlformats.org/officeDocument/2006/relationships/slide" Target="slides/slide21.xml" /><Relationship Id="rId20" Type="http://schemas.openxmlformats.org/officeDocument/2006/relationships/slide" Target="slides/slide20.xml" /><Relationship Id="rId75" Type="http://schemas.openxmlformats.org/officeDocument/2006/relationships/slide" Target="slides/slide75.xml" /><Relationship Id="rId14" Type="http://schemas.openxmlformats.org/officeDocument/2006/relationships/slide" Target="slides/slide14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43" Type="http://schemas.openxmlformats.org/officeDocument/2006/relationships/slide" Target="slides/slide43.xml" /><Relationship Id="rId36" Type="http://schemas.openxmlformats.org/officeDocument/2006/relationships/slide" Target="slides/slide36.xml" /><Relationship Id="rId73" Type="http://schemas.openxmlformats.org/officeDocument/2006/relationships/slide" Target="slides/slide73.xml" /><Relationship Id="rId16" Type="http://schemas.openxmlformats.org/officeDocument/2006/relationships/slide" Target="slides/slide16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7" Type="http://schemas.openxmlformats.org/officeDocument/2006/relationships/slide" Target="slides/slide17.xml" /><Relationship Id="rId15" Type="http://schemas.openxmlformats.org/officeDocument/2006/relationships/slide" Target="slides/slide15.xml" /><Relationship Id="rId37" Type="http://schemas.openxmlformats.org/officeDocument/2006/relationships/slide" Target="slides/slide37.xml" /><Relationship Id="rId10" Type="http://schemas.openxmlformats.org/officeDocument/2006/relationships/slide" Target="slides/slide10.xml" /><Relationship Id="rId19" Type="http://schemas.openxmlformats.org/officeDocument/2006/relationships/slide" Target="slides/slide1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67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77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1" Type="http://schemas.openxmlformats.org/officeDocument/2006/relationships/image" Target="media/image2.svg" /><Relationship Id="rId2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2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3" Type="http://schemas.openxmlformats.org/officeDocument/2006/relationships/image" Target="media/image11.svg" /><Relationship Id="rId2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18.svg" /><Relationship Id="rId2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3" Type="http://schemas.openxmlformats.org/officeDocument/2006/relationships/image" Target="media/image30.svg" /><Relationship Id="rId6" Type="http://schemas.openxmlformats.org/officeDocument/2006/relationships/image" Target="media/image31.svg" /><Relationship Id="rId4" Type="http://schemas.openxmlformats.org/officeDocument/2006/relationships/image" Target="media/image13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5" Type="http://schemas.openxmlformats.org/officeDocument/2006/relationships/image" Target="media/image9.svg" /><Relationship Id="rId3" Type="http://schemas.openxmlformats.org/officeDocument/2006/relationships/image" Target="media/image34.svg" /><Relationship Id="rId2" Type="http://schemas.openxmlformats.org/officeDocument/2006/relationships/image" Target="media/image2.svg" /><Relationship Id="rId4" Type="http://schemas.openxmlformats.org/officeDocument/2006/relationships/image" Target="media/image35.svg" /><Relationship Id="rId1" Type="http://schemas.openxmlformats.org/officeDocument/2006/relationships/image" Target="media/image33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4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5.xml.rels><?xml version="1.0" encoding="UTF-8" standalone="yes"?><Relationships xmlns="http://schemas.openxmlformats.org/package/2006/relationships"><Relationship Id="rId2" Type="http://schemas.openxmlformats.org/officeDocument/2006/relationships/image" Target="media/image40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4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image" Target="media/image41.svg" /><Relationship Id="rId2" Type="http://schemas.openxmlformats.org/officeDocument/2006/relationships/image" Target="media/image42.svg" /><Relationship Id="rId0" Type="http://schemas.openxmlformats.org/officeDocument/2006/relationships/slideLayout" Target="../slideLayouts/slideLayout1.xml" 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image" Target="media/image43.svg" /><Relationship Id="rId0" Type="http://schemas.openxmlformats.org/officeDocument/2006/relationships/slideLayout" Target="../slideLayouts/slideLayout1.xml" /></Relationships>
</file>

<file path=ppt/slides/_rels/slide49.xml.rels><?xml version="1.0" encoding="UTF-8" standalone="yes"?><Relationships xmlns="http://schemas.openxmlformats.org/package/2006/relationships"><Relationship Id="rId2" Type="http://schemas.openxmlformats.org/officeDocument/2006/relationships/image" Target="media/image45.svg" /><Relationship Id="rId1" Type="http://schemas.openxmlformats.org/officeDocument/2006/relationships/image" Target="media/image44.svg" /><Relationship Id="rId3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50.xml.rels><?xml version="1.0" encoding="UTF-8" standalone="yes"?><Relationships xmlns="http://schemas.openxmlformats.org/package/2006/relationships"><Relationship Id="rId2" Type="http://schemas.openxmlformats.org/officeDocument/2006/relationships/image" Target="media/image48.svg" /><Relationship Id="rId1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5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image" Target="media/image49.svg" /><Relationship Id="rId0" Type="http://schemas.openxmlformats.org/officeDocument/2006/relationships/slideLayout" Target="../slideLayouts/slideLayout1.xml" /></Relationships>
</file>

<file path=ppt/slides/_rels/slide53.xml.rels><?xml version="1.0" encoding="UTF-8" standalone="yes"?><Relationships xmlns="http://schemas.openxmlformats.org/package/2006/relationships"><Relationship Id="rId4" Type="http://schemas.openxmlformats.org/officeDocument/2006/relationships/image" Target="media/image40.svg" /><Relationship Id="rId3" Type="http://schemas.openxmlformats.org/officeDocument/2006/relationships/image" Target="media/image52.svg" /><Relationship Id="rId2" Type="http://schemas.openxmlformats.org/officeDocument/2006/relationships/image" Target="media/image51.svg" /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54.xml.rels><?xml version="1.0" encoding="UTF-8" standalone="yes"?><Relationships xmlns="http://schemas.openxmlformats.org/package/2006/relationships"><Relationship Id="rId3" Type="http://schemas.openxmlformats.org/officeDocument/2006/relationships/image" Target="media/image40.svg" /><Relationship Id="rId2" Type="http://schemas.openxmlformats.org/officeDocument/2006/relationships/image" Target="media/image54.svg" /><Relationship Id="rId1" Type="http://schemas.openxmlformats.org/officeDocument/2006/relationships/image" Target="media/image53.svg" /><Relationship Id="rId0" Type="http://schemas.openxmlformats.org/officeDocument/2006/relationships/slideLayout" Target="../slideLayouts/slideLayout1.xml" /></Relationships>
</file>

<file path=ppt/slides/_rels/slide5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image" Target="media/image55.svg" /><Relationship Id="rId0" Type="http://schemas.openxmlformats.org/officeDocument/2006/relationships/slideLayout" Target="../slideLayouts/slideLayout1.xml" /></Relationships>
</file>

<file path=ppt/slides/_rels/slide5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image" Target="media/image56.svg" /><Relationship Id="rId0" Type="http://schemas.openxmlformats.org/officeDocument/2006/relationships/slideLayout" Target="../slideLayouts/slideLayout1.xml" /></Relationships>
</file>

<file path=ppt/slides/_rels/slide6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6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65.xml.rels><?xml version="1.0" encoding="UTF-8" standalone="yes"?><Relationships xmlns="http://schemas.openxmlformats.org/package/2006/relationships"><Relationship Id="rId2" Type="http://schemas.openxmlformats.org/officeDocument/2006/relationships/image" Target="media/image60.svg" /><Relationship Id="rId1" Type="http://schemas.openxmlformats.org/officeDocument/2006/relationships/image" Target="media/image59.svg" /><Relationship Id="rId0" Type="http://schemas.openxmlformats.org/officeDocument/2006/relationships/slideLayout" Target="../slideLayouts/slideLayout1.xml" 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image" Target="media/image61.svg" /><Relationship Id="rId2" Type="http://schemas.openxmlformats.org/officeDocument/2006/relationships/image" Target="media/image62.svg" /><Relationship Id="rId0" Type="http://schemas.openxmlformats.org/officeDocument/2006/relationships/slideLayout" Target="../slideLayouts/slideLayout1.xml" /></Relationships>
</file>

<file path=ppt/slides/_rels/slide6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8.xml.rels><?xml version="1.0" encoding="UTF-8" standalone="yes"?><Relationships xmlns="http://schemas.openxmlformats.org/package/2006/relationships"><Relationship Id="rId3" Type="http://schemas.openxmlformats.org/officeDocument/2006/relationships/image" Target="media/image65.svg" /><Relationship Id="rId2" Type="http://schemas.openxmlformats.org/officeDocument/2006/relationships/image" Target="media/image64.svg" /><Relationship Id="rId1" Type="http://schemas.openxmlformats.org/officeDocument/2006/relationships/image" Target="media/image63.svg" /><Relationship Id="rId0" Type="http://schemas.openxmlformats.org/officeDocument/2006/relationships/slideLayout" Target="../slideLayouts/slideLayout1.xml" /></Relationships>
</file>

<file path=ppt/slides/_rels/slide69.xml.rels><?xml version="1.0" encoding="UTF-8" standalone="yes"?><Relationships xmlns="http://schemas.openxmlformats.org/package/2006/relationships"><Relationship Id="rId2" Type="http://schemas.openxmlformats.org/officeDocument/2006/relationships/image" Target="media/image50.svg" /><Relationship Id="rId1" Type="http://schemas.openxmlformats.org/officeDocument/2006/relationships/image" Target="media/image66.svg" /><Relationship Id="rId0" Type="http://schemas.openxmlformats.org/officeDocument/2006/relationships/slideLayout" Target="../slideLayouts/slideLayout1.xml" /></Relationships>
</file>

<file path=ppt/slides/_rels/slide70.xml.rels><?xml version="1.0" encoding="UTF-8" standalone="yes"?><Relationships xmlns="http://schemas.openxmlformats.org/package/2006/relationships"><Relationship Id="rId2" Type="http://schemas.openxmlformats.org/officeDocument/2006/relationships/image" Target="media/image69.svg" /><Relationship Id="rId1" Type="http://schemas.openxmlformats.org/officeDocument/2006/relationships/image" Target="media/image68.svg" /><Relationship Id="rId0" Type="http://schemas.openxmlformats.org/officeDocument/2006/relationships/slideLayout" Target="../slideLayouts/slideLayout1.xml" /></Relationships>
</file>

<file path=ppt/slides/_rels/slide7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2.xml.rels><?xml version="1.0" encoding="UTF-8" standalone="yes"?><Relationships xmlns="http://schemas.openxmlformats.org/package/2006/relationships"><Relationship Id="rId5" Type="http://schemas.openxmlformats.org/officeDocument/2006/relationships/image" Target="media/image53.svg" /><Relationship Id="rId6" Type="http://schemas.openxmlformats.org/officeDocument/2006/relationships/image" Target="media/image73.svg" /><Relationship Id="rId4" Type="http://schemas.openxmlformats.org/officeDocument/2006/relationships/image" Target="media/image54.svg" /><Relationship Id="rId3" Type="http://schemas.openxmlformats.org/officeDocument/2006/relationships/image" Target="media/image72.svg" /><Relationship Id="rId2" Type="http://schemas.openxmlformats.org/officeDocument/2006/relationships/image" Target="media/image71.svg" /><Relationship Id="rId1" Type="http://schemas.openxmlformats.org/officeDocument/2006/relationships/image" Target="media/image70.svg" /><Relationship Id="rId0" Type="http://schemas.openxmlformats.org/officeDocument/2006/relationships/slideLayout" Target="../slideLayouts/slideLayout1.xml" /></Relationships>
</file>

<file path=ppt/slides/_rels/slide73.xml.rels><?xml version="1.0" encoding="UTF-8" standalone="yes"?><Relationships xmlns="http://schemas.openxmlformats.org/package/2006/relationships"><Relationship Id="rId2" Type="http://schemas.openxmlformats.org/officeDocument/2006/relationships/image" Target="media/image59.svg" /><Relationship Id="rId1" Type="http://schemas.openxmlformats.org/officeDocument/2006/relationships/image" Target="media/image42.svg" /><Relationship Id="rId0" Type="http://schemas.openxmlformats.org/officeDocument/2006/relationships/slideLayout" Target="../slideLayouts/slideLayout1.xml" /></Relationships>
</file>

<file path=ppt/slides/_rels/slide74.xml.rels><?xml version="1.0" encoding="UTF-8" standalone="yes"?><Relationships xmlns="http://schemas.openxmlformats.org/package/2006/relationships"><Relationship Id="rId2" Type="http://schemas.openxmlformats.org/officeDocument/2006/relationships/image" Target="media/image74.svg" /><Relationship Id="rId1" Type="http://schemas.openxmlformats.org/officeDocument/2006/relationships/image" Target="media/image44.svg" /><Relationship Id="rId4" Type="http://schemas.openxmlformats.org/officeDocument/2006/relationships/image" Target="media/image51.svg" /><Relationship Id="rId3" Type="http://schemas.openxmlformats.org/officeDocument/2006/relationships/image" Target="media/image75.svg" /><Relationship Id="rId0" Type="http://schemas.openxmlformats.org/officeDocument/2006/relationships/slideLayout" Target="../slideLayouts/slideLayout1.xml" 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image" Target="media/image76.svg" /><Relationship Id="rId0" Type="http://schemas.openxmlformats.org/officeDocument/2006/relationships/slideLayout" Target="../slideLayouts/slideLayout1.xml" /></Relationships>
</file>

<file path=ppt/slides/_rels/slide7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65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6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77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9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flex: 1, padding: '18px 40px 0 40px', flexDirection: 'row', gap: 28, alignItems: 'stretch' }}&gt;&#10;    {[&#10;      { n: '50', pct: '%', t: 'Group Project', d: 'Milestone deliverables M0–M5: requirements, analysis models, design models, pattern catalog. Same grade for the whole team.' },&#10;      { n: '40', pct: '%', t: 'Individual Defense', d: 'Every member explains any part of the work. Contribution logs + Git history as teamwork evidence.' },&#10;      { n: '10', pct: '%', t: 'Bonus', d: 'Exceptional refactoring, extra patterns applied, outstanding English documentation.'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72, fontWeight: 'bold', color: i === 0 ? '#FFC107' : '#1E4FA8', lineHeight: 1 }}&gt;{c.n}&lt;/Text&gt;&#10;          &lt;Text style={{ fontSize: 30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Assessment = project + defense (Group 50 / Individual 40 / Bonus 10)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7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976" name=""/>
          <p:cNvSpPr/>
          <p:nvPr/>
        </p:nvSpPr>
        <p:spPr>
          <a:xfrm rot="0" flipH="0" flipV="0">
            <a:off x="381000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C107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1362075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590550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590550" y="300037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Milestone deliverables M0–M5: requirements, analysis models, design models, pattern catalog. Same grade for the whole team.</a:t>
            </a:r>
            <a:endParaRPr/>
          </a:p>
        </p:txBody>
      </p:sp>
      <p:sp>
        <p:nvSpPr>
          <p:cNvPr id="981" name=""/>
          <p:cNvSpPr/>
          <p:nvPr/>
        </p:nvSpPr>
        <p:spPr>
          <a:xfrm rot="0" flipH="0" flipV="0">
            <a:off x="4276725" y="1476375"/>
            <a:ext cx="3638550" cy="50006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448627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525780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984" name="" descr="{&quot;isTemplate&quot;:true,&quot;type&quot;:&quot;text&quot;}"/>
          <p:cNvSpPr txBox="1"/>
          <p:nvPr/>
        </p:nvSpPr>
        <p:spPr>
          <a:xfrm rot="0" flipH="0" flipV="0">
            <a:off x="4486275" y="264795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Individual Defense</a:t>
            </a:r>
            <a:endParaRPr/>
          </a:p>
        </p:txBody>
      </p:sp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4486275" y="300037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member explains any part of the work. Contribution logs + Git history as teamwork evidence.</a:t>
            </a:r>
            <a:endParaRPr/>
          </a:p>
        </p:txBody>
      </p:sp>
      <p:sp>
        <p:nvSpPr>
          <p:cNvPr id="986" name=""/>
          <p:cNvSpPr/>
          <p:nvPr/>
        </p:nvSpPr>
        <p:spPr>
          <a:xfrm rot="0" flipH="0" flipV="0">
            <a:off x="8181975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839152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988" name="" descr="{&quot;isTemplate&quot;:true,&quot;type&quot;:&quot;text&quot;}"/>
          <p:cNvSpPr txBox="1"/>
          <p:nvPr/>
        </p:nvSpPr>
        <p:spPr>
          <a:xfrm rot="0" flipH="0" flipV="0">
            <a:off x="916305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989" name="" descr="{&quot;isTemplate&quot;:true,&quot;type&quot;:&quot;text&quot;}"/>
          <p:cNvSpPr txBox="1"/>
          <p:nvPr/>
        </p:nvSpPr>
        <p:spPr>
          <a:xfrm rot="0" flipH="0" flipV="0">
            <a:off x="8391525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8391525" y="3000375"/>
            <a:ext cx="32099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Exceptional refactoring, extra patterns applied, outstanding English documentation.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829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Assessment = project + defense (Group 50 / Individual 40 / Bonus 10)</a:t>
            </a:r>
            <a:endParaRPr/>
          </a:p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50&lt;/Text&gt;&#10;        &lt;Text style={{ fontSize: 20, fontWeight: 'bold', color: '#0E3F8C' }}&gt;%&lt;/Text&gt;&#10;        &lt;Text style={{ fontSize: 18, fontWeight: 'bold', color: '#1A2230', marginLeft: 10 }}&gt;Group project&lt;/Text&gt;&#10;      &lt;/Box&gt;&#10;      {[&#10;        ['A1', 'Requirements &amp;amp; use cases', '15%'],&#10;        ['A2', 'Analysis models', '25%'],&#10;        ['A3', 'Design class diagram', '20%'],&#10;        ['A4', 'GRASP / SOLID application', '15%'],&#10;        ['A5', 'Pattern catalog (5+)', '20%'],&#10;        ['A6', 'English documentation', '5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40&lt;/Text&gt;&#10;        &lt;Text style={{ fontSize: 20, fontWeight: 'bold', color: '#FFC107' }}&gt;%&lt;/Text&gt;&#10;        &lt;Text style={{ fontSize: 18, fontWeight: 'bold', color: '#FFFFFF', marginLeft: 10 }}&gt;Individual&lt;/Text&gt;&#10;      &lt;/Box&gt;&#10;      {[&#10;        ['B1', 'Defense Q&amp;amp;A (W16)', '25%'],&#10;        ['B2', 'Contribution &amp;amp; Git log', '15%'],&#10;      ].map(([id, t, w]) =&gt; (&#10;        &lt;Box key={id} style={{ flexDirection: 'row', alignItems: 'center', gap: 10, padding: '8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10&lt;/Text&gt;&#10;        &lt;Text style={{ fontSize: 20, fontWeight: 'bold', color: '#1E4FA8' }}&gt;%&lt;/Text&gt;&#10;        &lt;Text style={{ fontSize: 18, fontWeight: 'bold', color: '#1A2230', marginLeft: 10 }}&gt;Bonus&lt;/Text&gt;&#10;      &lt;/Box&gt;&#10;      {[&#10;        ['C1', 'Extra patterns (correct)', '+6% max'],&#10;        ['C2', 'Refactoring narrative', '+4%'],&#10;        ['C3', 'Outstanding docs', '+2%'],&#10;        ['C4', 'Sharp review questions', '+2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are &lt;span style={{ fontWeight: 'bold', color: '#1A2230' }}&gt;formative&lt;/span&gt; — not graded; they feed your milestones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1183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1185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1186" name="" descr="{&quot;isTemplate&quot;:true,&quot;type&quot;:&quot;text&quot;}"/>
          <p:cNvSpPr txBox="1"/>
          <p:nvPr/>
        </p:nvSpPr>
        <p:spPr>
          <a:xfrm rot="0" flipH="0" flipV="0">
            <a:off x="1247775" y="1600200"/>
            <a:ext cx="1143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1187" name=""/>
          <p:cNvSpPr/>
          <p:nvPr/>
        </p:nvSpPr>
        <p:spPr>
          <a:xfrm rot="0" flipH="0" flipV="0">
            <a:off x="552450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88" name=""/>
          <p:cNvSpPr/>
          <p:nvPr/>
        </p:nvSpPr>
        <p:spPr>
          <a:xfrm rot="0" flipH="0" flipV="0">
            <a:off x="552450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638175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A1</a:t>
            </a:r>
            <a:endParaRPr/>
          </a:p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971550" y="22574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Requirements &amp;amp; use cases</a:t>
            </a:r>
            <a:endParaRPr/>
          </a:p>
        </p:txBody>
      </p:sp>
      <p:sp>
        <p:nvSpPr>
          <p:cNvPr id="1191" name="" descr="{&quot;isTemplate&quot;:true,&quot;type&quot;:&quot;text&quot;}"/>
          <p:cNvSpPr txBox="1"/>
          <p:nvPr/>
        </p:nvSpPr>
        <p:spPr>
          <a:xfrm rot="0" flipH="0" flipV="0">
            <a:off x="3600450" y="22574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1192" name=""/>
          <p:cNvSpPr/>
          <p:nvPr/>
        </p:nvSpPr>
        <p:spPr>
          <a:xfrm rot="0" flipH="0" flipV="0">
            <a:off x="552450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93" name=""/>
          <p:cNvSpPr/>
          <p:nvPr/>
        </p:nvSpPr>
        <p:spPr>
          <a:xfrm rot="0" flipH="0" flipV="0">
            <a:off x="552450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94" name="" descr="{&quot;isTemplate&quot;:true,&quot;type&quot;:&quot;text&quot;}"/>
          <p:cNvSpPr txBox="1"/>
          <p:nvPr/>
        </p:nvSpPr>
        <p:spPr>
          <a:xfrm rot="0" flipH="0" flipV="0">
            <a:off x="638175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A2</a:t>
            </a:r>
            <a:endParaRPr/>
          </a:p>
        </p:txBody>
      </p:sp>
      <p:sp>
        <p:nvSpPr>
          <p:cNvPr id="1195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</a:t>
            </a:r>
            <a:endParaRPr/>
          </a:p>
        </p:txBody>
      </p:sp>
      <p:sp>
        <p:nvSpPr>
          <p:cNvPr id="1196" name="" descr="{&quot;isTemplate&quot;:true,&quot;type&quot;:&quot;text&quot;}"/>
          <p:cNvSpPr txBox="1"/>
          <p:nvPr/>
        </p:nvSpPr>
        <p:spPr>
          <a:xfrm rot="0" flipH="0" flipV="0">
            <a:off x="3600450" y="259080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1197" name=""/>
          <p:cNvSpPr/>
          <p:nvPr/>
        </p:nvSpPr>
        <p:spPr>
          <a:xfrm rot="0" flipH="0" flipV="0">
            <a:off x="552450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198" name=""/>
          <p:cNvSpPr/>
          <p:nvPr/>
        </p:nvSpPr>
        <p:spPr>
          <a:xfrm rot="0" flipH="0" flipV="0">
            <a:off x="552450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638175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A3</a:t>
            </a:r>
            <a:endParaRPr/>
          </a:p>
        </p:txBody>
      </p:sp>
      <p:sp>
        <p:nvSpPr>
          <p:cNvPr id="1200" name="" descr="{&quot;isTemplate&quot;:true,&quot;type&quot;:&quot;text&quot;}"/>
          <p:cNvSpPr txBox="1"/>
          <p:nvPr/>
        </p:nvSpPr>
        <p:spPr>
          <a:xfrm rot="0" flipH="0" flipV="0">
            <a:off x="971550" y="292417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class diagram</a:t>
            </a:r>
            <a:endParaRPr/>
          </a:p>
        </p:txBody>
      </p:sp>
      <p:sp>
        <p:nvSpPr>
          <p:cNvPr id="1201" name="" descr="{&quot;isTemplate&quot;:true,&quot;type&quot;:&quot;text&quot;}"/>
          <p:cNvSpPr txBox="1"/>
          <p:nvPr/>
        </p:nvSpPr>
        <p:spPr>
          <a:xfrm rot="0" flipH="0" flipV="0">
            <a:off x="3600450" y="29241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1202" name=""/>
          <p:cNvSpPr/>
          <p:nvPr/>
        </p:nvSpPr>
        <p:spPr>
          <a:xfrm rot="0" flipH="0" flipV="0">
            <a:off x="552450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03" name=""/>
          <p:cNvSpPr/>
          <p:nvPr/>
        </p:nvSpPr>
        <p:spPr>
          <a:xfrm rot="0" flipH="0" flipV="0">
            <a:off x="552450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638175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A4</a:t>
            </a:r>
            <a:endParaRPr/>
          </a:p>
        </p:txBody>
      </p:sp>
      <p:sp>
        <p:nvSpPr>
          <p:cNvPr id="1205" name="" descr="{&quot;isTemplate&quot;:true,&quot;type&quot;:&quot;text&quot;}"/>
          <p:cNvSpPr txBox="1"/>
          <p:nvPr/>
        </p:nvSpPr>
        <p:spPr>
          <a:xfrm rot="0" flipH="0" flipV="0">
            <a:off x="971550" y="325755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GRASP / SOLID application</a:t>
            </a:r>
            <a:endParaRPr/>
          </a:p>
        </p:txBody>
      </p:sp>
      <p:sp>
        <p:nvSpPr>
          <p:cNvPr id="1206" name="" descr="{&quot;isTemplate&quot;:true,&quot;type&quot;:&quot;text&quot;}"/>
          <p:cNvSpPr txBox="1"/>
          <p:nvPr/>
        </p:nvSpPr>
        <p:spPr>
          <a:xfrm rot="0" flipH="0" flipV="0">
            <a:off x="3600450" y="32575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1207" name=""/>
          <p:cNvSpPr/>
          <p:nvPr/>
        </p:nvSpPr>
        <p:spPr>
          <a:xfrm rot="0" flipH="0" flipV="0">
            <a:off x="552450" y="35052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08" name=""/>
          <p:cNvSpPr/>
          <p:nvPr/>
        </p:nvSpPr>
        <p:spPr>
          <a:xfrm rot="0" flipH="0" flipV="0">
            <a:off x="552450" y="35623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09" name="" descr="{&quot;isTemplate&quot;:true,&quot;type&quot;:&quot;text&quot;}"/>
          <p:cNvSpPr txBox="1"/>
          <p:nvPr/>
        </p:nvSpPr>
        <p:spPr>
          <a:xfrm rot="0" flipH="0" flipV="0">
            <a:off x="638175" y="36004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A5</a:t>
            </a:r>
            <a:endParaRPr/>
          </a:p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Pattern catalog (5+)</a:t>
            </a:r>
            <a:endParaRPr/>
          </a:p>
        </p:txBody>
      </p:sp>
      <p:sp>
        <p:nvSpPr>
          <p:cNvPr id="1211" name="" descr="{&quot;isTemplate&quot;:true,&quot;type&quot;:&quot;text&quot;}"/>
          <p:cNvSpPr txBox="1"/>
          <p:nvPr/>
        </p:nvSpPr>
        <p:spPr>
          <a:xfrm rot="0" flipH="0" flipV="0">
            <a:off x="3600450" y="35909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1212" name=""/>
          <p:cNvSpPr/>
          <p:nvPr/>
        </p:nvSpPr>
        <p:spPr>
          <a:xfrm rot="0" flipH="0" flipV="0">
            <a:off x="552450" y="38385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13" name=""/>
          <p:cNvSpPr/>
          <p:nvPr/>
        </p:nvSpPr>
        <p:spPr>
          <a:xfrm rot="0" flipH="0" flipV="0">
            <a:off x="552450" y="38957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4" name="" descr="{&quot;isTemplate&quot;:true,&quot;type&quot;:&quot;text&quot;}"/>
          <p:cNvSpPr txBox="1"/>
          <p:nvPr/>
        </p:nvSpPr>
        <p:spPr>
          <a:xfrm rot="0" flipH="0" flipV="0">
            <a:off x="638175" y="39338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A6</a:t>
            </a:r>
            <a:endParaRPr/>
          </a:p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971550" y="392430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English documentation</a:t>
            </a:r>
            <a:endParaRPr/>
          </a:p>
        </p:txBody>
      </p:sp>
      <p:sp>
        <p:nvSpPr>
          <p:cNvPr id="1216" name="" descr="{&quot;isTemplate&quot;:true,&quot;type&quot;:&quot;text&quot;}"/>
          <p:cNvSpPr txBox="1"/>
          <p:nvPr/>
        </p:nvSpPr>
        <p:spPr>
          <a:xfrm rot="0" flipH="0" flipV="0">
            <a:off x="3676650" y="3924300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5%</a:t>
            </a:r>
            <a:endParaRPr/>
          </a:p>
        </p:txBody>
      </p:sp>
      <p:sp>
        <p:nvSpPr>
          <p:cNvPr id="1217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8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1219" name="" descr="{&quot;isTemplate&quot;:true,&quot;type&quot;:&quot;text&quot;}"/>
          <p:cNvSpPr txBox="1"/>
          <p:nvPr/>
        </p:nvSpPr>
        <p:spPr>
          <a:xfrm rot="0" flipH="0" flipV="0">
            <a:off x="48577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1220" name="" descr="{&quot;isTemplate&quot;:true,&quot;type&quot;:&quot;text&quot;}"/>
          <p:cNvSpPr txBox="1"/>
          <p:nvPr/>
        </p:nvSpPr>
        <p:spPr>
          <a:xfrm rot="0" flipH="0" flipV="0">
            <a:off x="5124450" y="1600200"/>
            <a:ext cx="809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Individual</a:t>
            </a:r>
            <a:endParaRPr/>
          </a:p>
        </p:txBody>
      </p:sp>
      <p:sp>
        <p:nvSpPr>
          <p:cNvPr id="1221" name=""/>
          <p:cNvSpPr/>
          <p:nvPr/>
        </p:nvSpPr>
        <p:spPr>
          <a:xfrm rot="0" flipH="0" flipV="0">
            <a:off x="4429125" y="2171700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222" name=""/>
          <p:cNvSpPr/>
          <p:nvPr/>
        </p:nvSpPr>
        <p:spPr>
          <a:xfrm rot="0" flipH="0" flipV="0">
            <a:off x="4429125" y="22479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1223" name="" descr="{&quot;isTemplate&quot;:true,&quot;type&quot;:&quot;text&quot;}"/>
          <p:cNvSpPr txBox="1"/>
          <p:nvPr/>
        </p:nvSpPr>
        <p:spPr>
          <a:xfrm rot="0" flipH="0" flipV="0">
            <a:off x="4514850" y="22860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B1</a:t>
            </a:r>
            <a:endParaRPr/>
          </a:p>
        </p:txBody>
      </p:sp>
      <p:sp>
        <p:nvSpPr>
          <p:cNvPr id="1224" name="" descr="{&quot;isTemplate&quot;:true,&quot;type&quot;:&quot;text&quot;}"/>
          <p:cNvSpPr txBox="1"/>
          <p:nvPr/>
        </p:nvSpPr>
        <p:spPr>
          <a:xfrm rot="0" flipH="0" flipV="0">
            <a:off x="4848225" y="2276475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Defense Q&amp;amp;A (W16)</a:t>
            </a:r>
            <a:endParaRPr/>
          </a:p>
        </p:txBody>
      </p:sp>
      <p:sp>
        <p:nvSpPr>
          <p:cNvPr id="1225" name="" descr="{&quot;isTemplate&quot;:true,&quot;type&quot;:&quot;text&quot;}"/>
          <p:cNvSpPr txBox="1"/>
          <p:nvPr/>
        </p:nvSpPr>
        <p:spPr>
          <a:xfrm rot="0" flipH="0" flipV="0">
            <a:off x="7486650" y="22764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1226" name=""/>
          <p:cNvSpPr/>
          <p:nvPr/>
        </p:nvSpPr>
        <p:spPr>
          <a:xfrm rot="0" flipH="0" flipV="0">
            <a:off x="4429125" y="2543175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227" name=""/>
          <p:cNvSpPr/>
          <p:nvPr/>
        </p:nvSpPr>
        <p:spPr>
          <a:xfrm rot="0" flipH="0" flipV="0">
            <a:off x="4429125" y="26193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1228" name="" descr="{&quot;isTemplate&quot;:true,&quot;type&quot;:&quot;text&quot;}"/>
          <p:cNvSpPr txBox="1"/>
          <p:nvPr/>
        </p:nvSpPr>
        <p:spPr>
          <a:xfrm rot="0" flipH="0" flipV="0">
            <a:off x="4514850" y="26574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B2</a:t>
            </a:r>
            <a:endParaRPr/>
          </a:p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4848225" y="2647950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Contribution &amp;amp; Git log</a:t>
            </a:r>
            <a:endParaRPr/>
          </a:p>
        </p:txBody>
      </p:sp>
      <p:sp>
        <p:nvSpPr>
          <p:cNvPr id="1230" name="" descr="{&quot;isTemplate&quot;:true,&quot;type&quot;:&quot;text&quot;}"/>
          <p:cNvSpPr txBox="1"/>
          <p:nvPr/>
        </p:nvSpPr>
        <p:spPr>
          <a:xfrm rot="0" flipH="0" flipV="0">
            <a:off x="7486650" y="26479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1231" name=""/>
          <p:cNvSpPr/>
          <p:nvPr/>
        </p:nvSpPr>
        <p:spPr>
          <a:xfrm rot="0" flipH="0" flipV="0">
            <a:off x="4429125" y="302895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1232" name="" descr="{&quot;isTemplate&quot;:true,&quot;type&quot;:&quot;text&quot;}"/>
          <p:cNvSpPr txBox="1"/>
          <p:nvPr/>
        </p:nvSpPr>
        <p:spPr>
          <a:xfrm rot="0" flipH="0" flipV="0">
            <a:off x="4562475" y="314325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1233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34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1235" name="" descr="{&quot;isTemplate&quot;:true,&quot;type&quot;:&quot;text&quot;}"/>
          <p:cNvSpPr txBox="1"/>
          <p:nvPr/>
        </p:nvSpPr>
        <p:spPr>
          <a:xfrm rot="0" flipH="0" flipV="0">
            <a:off x="87439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1236" name="" descr="{&quot;isTemplate&quot;:true,&quot;type&quot;:&quot;text&quot;}"/>
          <p:cNvSpPr txBox="1"/>
          <p:nvPr/>
        </p:nvSpPr>
        <p:spPr>
          <a:xfrm rot="0" flipH="0" flipV="0">
            <a:off x="9010650" y="1600200"/>
            <a:ext cx="533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1237" name=""/>
          <p:cNvSpPr/>
          <p:nvPr/>
        </p:nvSpPr>
        <p:spPr>
          <a:xfrm rot="0" flipH="0" flipV="0">
            <a:off x="8315325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38" name=""/>
          <p:cNvSpPr/>
          <p:nvPr/>
        </p:nvSpPr>
        <p:spPr>
          <a:xfrm rot="0" flipH="0" flipV="0">
            <a:off x="8315325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39" name="" descr="{&quot;isTemplate&quot;:true,&quot;type&quot;:&quot;text&quot;}"/>
          <p:cNvSpPr txBox="1"/>
          <p:nvPr/>
        </p:nvSpPr>
        <p:spPr>
          <a:xfrm rot="0" flipH="0" flipV="0">
            <a:off x="8401050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1240" name="" descr="{&quot;isTemplate&quot;:true,&quot;type&quot;:&quot;text&quot;}"/>
          <p:cNvSpPr txBox="1"/>
          <p:nvPr/>
        </p:nvSpPr>
        <p:spPr>
          <a:xfrm rot="0" flipH="0" flipV="0">
            <a:off x="8734425" y="22574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1241" name="" descr="{&quot;isTemplate&quot;:true,&quot;type&quot;:&quot;text&quot;}"/>
          <p:cNvSpPr txBox="1"/>
          <p:nvPr/>
        </p:nvSpPr>
        <p:spPr>
          <a:xfrm rot="0" flipH="0" flipV="0">
            <a:off x="11096625" y="22574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+6% max</a:t>
            </a:r>
            <a:endParaRPr/>
          </a:p>
        </p:txBody>
      </p:sp>
      <p:sp>
        <p:nvSpPr>
          <p:cNvPr id="1242" name=""/>
          <p:cNvSpPr/>
          <p:nvPr/>
        </p:nvSpPr>
        <p:spPr>
          <a:xfrm rot="0" flipH="0" flipV="0">
            <a:off x="8315325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43" name=""/>
          <p:cNvSpPr/>
          <p:nvPr/>
        </p:nvSpPr>
        <p:spPr>
          <a:xfrm rot="0" flipH="0" flipV="0">
            <a:off x="8315325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44" name="" descr="{&quot;isTemplate&quot;:true,&quot;type&quot;:&quot;text&quot;}"/>
          <p:cNvSpPr txBox="1"/>
          <p:nvPr/>
        </p:nvSpPr>
        <p:spPr>
          <a:xfrm rot="0" flipH="0" flipV="0">
            <a:off x="8401050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1245" name="" descr="{&quot;isTemplate&quot;:true,&quot;type&quot;:&quot;text&quot;}"/>
          <p:cNvSpPr txBox="1"/>
          <p:nvPr/>
        </p:nvSpPr>
        <p:spPr>
          <a:xfrm rot="0" flipH="0" flipV="0">
            <a:off x="8734425" y="259080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1246" name="" descr="{&quot;isTemplate&quot;:true,&quot;type&quot;:&quot;text&quot;}"/>
          <p:cNvSpPr txBox="1"/>
          <p:nvPr/>
        </p:nvSpPr>
        <p:spPr>
          <a:xfrm rot="0" flipH="0" flipV="0">
            <a:off x="11382375" y="259080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+4%</a:t>
            </a:r>
            <a:endParaRPr/>
          </a:p>
        </p:txBody>
      </p:sp>
      <p:sp>
        <p:nvSpPr>
          <p:cNvPr id="1247" name=""/>
          <p:cNvSpPr/>
          <p:nvPr/>
        </p:nvSpPr>
        <p:spPr>
          <a:xfrm rot="0" flipH="0" flipV="0">
            <a:off x="8315325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48" name=""/>
          <p:cNvSpPr/>
          <p:nvPr/>
        </p:nvSpPr>
        <p:spPr>
          <a:xfrm rot="0" flipH="0" flipV="0">
            <a:off x="8315325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49" name="" descr="{&quot;isTemplate&quot;:true,&quot;type&quot;:&quot;text&quot;}"/>
          <p:cNvSpPr txBox="1"/>
          <p:nvPr/>
        </p:nvSpPr>
        <p:spPr>
          <a:xfrm rot="0" flipH="0" flipV="0">
            <a:off x="8401050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1250" name="" descr="{&quot;isTemplate&quot;:true,&quot;type&quot;:&quot;text&quot;}"/>
          <p:cNvSpPr txBox="1"/>
          <p:nvPr/>
        </p:nvSpPr>
        <p:spPr>
          <a:xfrm rot="0" flipH="0" flipV="0">
            <a:off x="8734425" y="29241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1251" name="" descr="{&quot;isTemplate&quot;:true,&quot;type&quot;:&quot;text&quot;}"/>
          <p:cNvSpPr txBox="1"/>
          <p:nvPr/>
        </p:nvSpPr>
        <p:spPr>
          <a:xfrm rot="0" flipH="0" flipV="0">
            <a:off x="11382375" y="2924175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1252" name=""/>
          <p:cNvSpPr/>
          <p:nvPr/>
        </p:nvSpPr>
        <p:spPr>
          <a:xfrm rot="0" flipH="0" flipV="0">
            <a:off x="8315325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53" name=""/>
          <p:cNvSpPr/>
          <p:nvPr/>
        </p:nvSpPr>
        <p:spPr>
          <a:xfrm rot="0" flipH="0" flipV="0">
            <a:off x="8315325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54" name="" descr="{&quot;isTemplate&quot;:true,&quot;type&quot;:&quot;text&quot;}"/>
          <p:cNvSpPr txBox="1"/>
          <p:nvPr/>
        </p:nvSpPr>
        <p:spPr>
          <a:xfrm rot="0" flipH="0" flipV="0">
            <a:off x="8401050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C4</a:t>
            </a:r>
            <a:endParaRPr/>
          </a:p>
        </p:txBody>
      </p:sp>
      <p:sp>
        <p:nvSpPr>
          <p:cNvPr id="1255" name="" descr="{&quot;isTemplate&quot;:true,&quot;type&quot;:&quot;text&quot;}"/>
          <p:cNvSpPr txBox="1"/>
          <p:nvPr/>
        </p:nvSpPr>
        <p:spPr>
          <a:xfrm rot="0" flipH="0" flipV="0">
            <a:off x="8734425" y="325755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Sharp review questions</a:t>
            </a:r>
            <a:endParaRPr/>
          </a:p>
        </p:txBody>
      </p:sp>
      <p:sp>
        <p:nvSpPr>
          <p:cNvPr id="1256" name="" descr="{&quot;isTemplate&quot;:true,&quot;type&quot;:&quot;text&quot;}"/>
          <p:cNvSpPr txBox="1"/>
          <p:nvPr/>
        </p:nvSpPr>
        <p:spPr>
          <a:xfrm rot="0" flipH="0" flipV="0">
            <a:off x="11382375" y="325755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1257" name=""/>
          <p:cNvSpPr/>
          <p:nvPr/>
        </p:nvSpPr>
        <p:spPr>
          <a:xfrm rot="0" flipH="0" flipV="0">
            <a:off x="8315325" y="36195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58" name="" descr="{&quot;isTemplate&quot;:true,&quot;type&quot;:&quot;text&quot;}"/>
          <p:cNvSpPr txBox="1"/>
          <p:nvPr/>
        </p:nvSpPr>
        <p:spPr>
          <a:xfrm rot="0" flipH="0" flipV="0">
            <a:off x="8448675" y="37338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are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formative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— not graded; they feed your milestones.</a:t>
            </a:r>
            <a:endParaRPr/>
          </a:p>
        </p:txBody>
      </p:sp>
      <p:sp>
        <p:nvSpPr>
          <p:cNvPr id="1259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60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261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1262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1263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Two teams of ~3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4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4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1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1443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1444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45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1446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1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1448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Two teams of ~3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144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45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635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37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38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1639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40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1641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42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43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1644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45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1646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47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164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4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5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53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65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1655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1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1657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1658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1659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6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1661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1662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1663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6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1665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1666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1667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1669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1670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16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6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`} language='java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&amp;lt;&amp;lt;interface&amp;gt;&amp;gt;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padding: '14px 40px 0 40px' }}&gt;&#10;    &lt;Box style={{ flexDirection: 'row', alignItems: 'center', gap: 12, padding: '12px 18px', background: '#E8EFF8', borderRadius: 10, borderLeft: '4px solid #1E4FA8' }}&gt;&#10;      &lt;FAIcon name=&quot;wrench&quot; style={{ fill: '#1E4FA8', width: 20, height: 20 }} /&gt;&#10;      &lt;Text style={{ fontSize: 16, fontWeight: 'bold', color: '#0E3F8C' }}&gt;First: set up your toolchain&lt;/Text&gt;&#10;      &lt;Text style={{ fontSize: 15, color: '#4A5568' }}&gt;draw.io · PlantUML · Git &amp;amp; GitHub · VS Code · Markdown&lt;/Text&gt;&#10;      &lt;Text style={{ fontSize: 14, color: '#1E4FA8', fontWeight: 'bold' }}&gt;Lab Guide §1&lt;/Text&gt;&#10;    &lt;/Box&gt;&#10;  &lt;/Box&gt;&#10;  &lt;Box style={{ flex: 1, padding: '16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project documents and the Lab Guide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19100" y="1438275"/>
            <a:ext cx="114300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419100" y="1438275"/>
            <a:ext cx="11430000" cy="419100"/>
          </a:xfrm>
          <a:custGeom>
            <a:pathLst>
              <a:path w="1200" h="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38"/>
                </a:lnTo>
                <a:cubicBezTo>
                  <a:pt x="4" y="41"/>
                  <a:pt x="6" y="43"/>
                  <a:pt x="9" y="44"/>
                </a:cubicBezTo>
                <a:cubicBezTo>
                  <a:pt x="4" y="43"/>
                  <a:pt x="0" y="39"/>
                  <a:pt x="0" y="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0550" y="1552575"/>
            <a:ext cx="190500" cy="190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95350" y="1552575"/>
            <a:ext cx="1971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First: set up your toolchain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2981325" y="1562100"/>
            <a:ext cx="3629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draw.io · PlantUML · Git &amp; GitHub · VS Code · Markdown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724650" y="1571625"/>
            <a:ext cx="838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Lab Guide §1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81000" y="2009775"/>
            <a:ext cx="2857500" cy="44672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09600" y="3438525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9600" y="3914775"/>
            <a:ext cx="24003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project documents and the Lab Guide define everything that follows. Read them before the next class.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505200" y="25908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76650" y="27527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2857500"/>
            <a:ext cx="209550" cy="20955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27241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4229100" y="29527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505200" y="34480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76650" y="3609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3714750"/>
            <a:ext cx="209550" cy="209550"/>
          </a:xfrm>
          <a:prstGeom prst="rect">
            <a:avLst/>
          </a:prstGeom>
          <a:ln/>
        </p:spPr>
      </p:pic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35814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229100" y="38100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05200" y="43053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676650" y="44672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4572000"/>
            <a:ext cx="209550" cy="209550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44386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4229100" y="46672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505200" y="51625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3676650" y="53244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781425" y="5429250"/>
            <a:ext cx="209550" cy="20955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4229100" y="52959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229100" y="55245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Form a team of ~3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Form a team of ~3 and agree on roles.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25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slides/slide39.xml><?xml version="1.0" encoding="utf-8"?>
<p:sld xmlns:a="http://schemas.openxmlformats.org/drawingml/2006/main" xmlns:p="http://schemas.openxmlformats.org/presentationml/2006/main">
  <p:cSld>
    <p:spTree>
      <p:nvGrpSpPr>
        <p:cNvPr id="6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44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>
            <a:pPr/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649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52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653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40.xml><?xml version="1.0" encoding="utf-8"?>
<p:sld xmlns:a="http://schemas.openxmlformats.org/drawingml/2006/main" xmlns:p="http://schemas.openxmlformats.org/presentationml/2006/main">
  <p:cSld>
    <p:spTree>
      <p:nvGrpSpPr>
        <p:cNvPr id="69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9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69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71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41.xml><?xml version="1.0" encoding="utf-8"?>
<p:sld xmlns:a="http://schemas.openxmlformats.org/drawingml/2006/main" xmlns:p="http://schemas.openxmlformats.org/presentationml/2006/main">
  <p:cSld>
    <p:spTree>
      <p:nvGrpSpPr>
        <p:cNvPr id="7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73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74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4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7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751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52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57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763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769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43.xml><?xml version="1.0" encoding="utf-8"?>
<p:sld xmlns:a="http://schemas.openxmlformats.org/drawingml/2006/main" xmlns:p="http://schemas.openxmlformats.org/presentationml/2006/main">
  <p:cSld>
    <p:spTree>
      <p:nvGrpSpPr>
        <p:cNvPr id="7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783" name=""/>
          <p:cNvSpPr/>
          <p:nvPr/>
        </p:nvSpPr>
        <p:spPr>
          <a:xfrm rot="0" flipH="0" flipV="0">
            <a:off x="381000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C107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362075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590550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590550" y="300037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Milestone deliverables M0–M5: requirements, analysis models, design models, pattern catalog. Same grade for the whole team.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4276725" y="1476375"/>
            <a:ext cx="3638550" cy="50006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448627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525780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4486275" y="264795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Individual Defense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4486275" y="300037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member explains any part of the work. Contribution logs + Git history as teamwork evidence.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8181975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839152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916305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8391525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8391525" y="3000375"/>
            <a:ext cx="32099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Exceptional refactoring, extra patterns applied, outstanding English documentation.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829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Assessment = project + defense (Group 50 / Individual 40 / Bonus 10)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44.xml><?xml version="1.0" encoding="utf-8"?>
<p:sld xmlns:a="http://schemas.openxmlformats.org/drawingml/2006/main" xmlns:p="http://schemas.openxmlformats.org/presentationml/2006/main">
  <p:cSld>
    <p:spTree>
      <p:nvGrpSpPr>
        <p:cNvPr id="8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806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1247775" y="1600200"/>
            <a:ext cx="1143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810" name=""/>
          <p:cNvSpPr/>
          <p:nvPr/>
        </p:nvSpPr>
        <p:spPr>
          <a:xfrm rot="0" flipH="0" flipV="0">
            <a:off x="552450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11" name=""/>
          <p:cNvSpPr/>
          <p:nvPr/>
        </p:nvSpPr>
        <p:spPr>
          <a:xfrm rot="0" flipH="0" flipV="0">
            <a:off x="552450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638175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A1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971550" y="22574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Requirements &amp;amp; use cases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00450" y="22574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552450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16" name=""/>
          <p:cNvSpPr/>
          <p:nvPr/>
        </p:nvSpPr>
        <p:spPr>
          <a:xfrm rot="0" flipH="0" flipV="0">
            <a:off x="552450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638175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A2</a:t>
            </a:r>
            <a:endParaRPr/>
          </a:p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3600450" y="259080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820" name=""/>
          <p:cNvSpPr/>
          <p:nvPr/>
        </p:nvSpPr>
        <p:spPr>
          <a:xfrm rot="0" flipH="0" flipV="0">
            <a:off x="552450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21" name=""/>
          <p:cNvSpPr/>
          <p:nvPr/>
        </p:nvSpPr>
        <p:spPr>
          <a:xfrm rot="0" flipH="0" flipV="0">
            <a:off x="552450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638175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A3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971550" y="292417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class diagram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3600450" y="29241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825" name=""/>
          <p:cNvSpPr/>
          <p:nvPr/>
        </p:nvSpPr>
        <p:spPr>
          <a:xfrm rot="0" flipH="0" flipV="0">
            <a:off x="552450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552450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638175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A4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971550" y="325755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GRASP / SOLID application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3600450" y="32575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552450" y="35052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31" name=""/>
          <p:cNvSpPr/>
          <p:nvPr/>
        </p:nvSpPr>
        <p:spPr>
          <a:xfrm rot="0" flipH="0" flipV="0">
            <a:off x="552450" y="35623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38175" y="36004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A5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Pattern catalog (5+)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600450" y="35909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835" name=""/>
          <p:cNvSpPr/>
          <p:nvPr/>
        </p:nvSpPr>
        <p:spPr>
          <a:xfrm rot="0" flipH="0" flipV="0">
            <a:off x="552450" y="38385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36" name=""/>
          <p:cNvSpPr/>
          <p:nvPr/>
        </p:nvSpPr>
        <p:spPr>
          <a:xfrm rot="0" flipH="0" flipV="0">
            <a:off x="552450" y="38957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638175" y="39338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A6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971550" y="392430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English documentation</a:t>
            </a:r>
            <a:endParaRPr/>
          </a:p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676650" y="3924300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5%</a:t>
            </a:r>
            <a:endParaRPr/>
          </a:p>
        </p:txBody>
      </p:sp>
      <p:sp>
        <p:nvSpPr>
          <p:cNvPr id="840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48577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5124450" y="1600200"/>
            <a:ext cx="809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Individual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4429125" y="2171700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4429125" y="22479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4514850" y="22860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B1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4848225" y="2276475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Defense Q&amp;amp;A (W16)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7486650" y="22764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4429125" y="2543175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50" name=""/>
          <p:cNvSpPr/>
          <p:nvPr/>
        </p:nvSpPr>
        <p:spPr>
          <a:xfrm rot="0" flipH="0" flipV="0">
            <a:off x="4429125" y="26193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4514850" y="26574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B2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4848225" y="2647950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Contribution &amp;amp; Git log</a:t>
            </a:r>
            <a:endParaRPr/>
          </a:p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7486650" y="26479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4429125" y="302895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>
            <a:pPr/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4562475" y="314325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856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57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87439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9010650" y="1600200"/>
            <a:ext cx="533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8315325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8315325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8401050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8734425" y="22574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11096625" y="22574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+6% max</a:t>
            </a:r>
            <a:endParaRPr/>
          </a:p>
        </p:txBody>
      </p:sp>
      <p:sp>
        <p:nvSpPr>
          <p:cNvPr id="865" name=""/>
          <p:cNvSpPr/>
          <p:nvPr/>
        </p:nvSpPr>
        <p:spPr>
          <a:xfrm rot="0" flipH="0" flipV="0">
            <a:off x="8315325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8315325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8401050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734425" y="259080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11382375" y="259080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+4%</a:t>
            </a:r>
            <a:endParaRPr/>
          </a:p>
        </p:txBody>
      </p:sp>
      <p:sp>
        <p:nvSpPr>
          <p:cNvPr id="870" name=""/>
          <p:cNvSpPr/>
          <p:nvPr/>
        </p:nvSpPr>
        <p:spPr>
          <a:xfrm rot="0" flipH="0" flipV="0">
            <a:off x="8315325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8315325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8401050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8734425" y="29241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1382375" y="2924175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875" name=""/>
          <p:cNvSpPr/>
          <p:nvPr/>
        </p:nvSpPr>
        <p:spPr>
          <a:xfrm rot="0" flipH="0" flipV="0">
            <a:off x="8315325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76" name=""/>
          <p:cNvSpPr/>
          <p:nvPr/>
        </p:nvSpPr>
        <p:spPr>
          <a:xfrm rot="0" flipH="0" flipV="0">
            <a:off x="8315325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8401050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C4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734425" y="325755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Sharp review questions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11382375" y="325755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880" name=""/>
          <p:cNvSpPr/>
          <p:nvPr/>
        </p:nvSpPr>
        <p:spPr>
          <a:xfrm rot="0" flipH="0" flipV="0">
            <a:off x="8315325" y="36195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8448675" y="37338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are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formative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— not graded; they feed your milestones.</a:t>
            </a:r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83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4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8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895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8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Two teams of ~3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46.xml><?xml version="1.0" encoding="utf-8"?>
<p:sld xmlns:a="http://schemas.openxmlformats.org/drawingml/2006/main" xmlns:p="http://schemas.openxmlformats.org/presentationml/2006/main">
  <p:cSld>
    <p:spTree>
      <p:nvGrpSpPr>
        <p:cNvPr id="9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9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9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9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9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9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9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4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92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930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934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4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9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945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4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4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4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4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958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9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64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9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9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5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9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9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999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00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1002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1003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1004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1011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1012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1014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02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51.xml><?xml version="1.0" encoding="utf-8"?>
<p:sld xmlns:a="http://schemas.openxmlformats.org/drawingml/2006/main" xmlns:p="http://schemas.openxmlformats.org/presentationml/2006/main">
  <p:cSld>
    <p:spTree>
      <p:nvGrpSpPr>
        <p:cNvPr id="10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1028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0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1031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4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103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5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10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1044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1046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5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3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54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55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060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062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066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069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070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7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5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7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8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082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83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087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091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092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93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0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099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5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108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56.xml><?xml version="1.0" encoding="utf-8"?>
<p:sld xmlns:a="http://schemas.openxmlformats.org/drawingml/2006/main" xmlns:p="http://schemas.openxmlformats.org/presentationml/2006/main">
  <p:cSld>
    <p:spTree>
      <p:nvGrpSpPr>
        <p:cNvPr id="1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3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4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120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122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3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12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5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1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132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3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58.xml><?xml version="1.0" encoding="utf-8"?>
<p:sld xmlns:a="http://schemas.openxmlformats.org/drawingml/2006/main" xmlns:p="http://schemas.openxmlformats.org/presentationml/2006/main">
  <p:cSld>
    <p:spTree>
      <p:nvGrpSpPr>
        <p:cNvPr id="11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14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144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45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1149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0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1152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1154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5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1157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1158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115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0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1161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5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6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16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11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1173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11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60.xml><?xml version="1.0" encoding="utf-8"?>
<p:sld xmlns:a="http://schemas.openxmlformats.org/drawingml/2006/main" xmlns:p="http://schemas.openxmlformats.org/presentationml/2006/main">
  <p:cSld>
    <p:spTree>
      <p:nvGrpSpPr>
        <p:cNvPr id="12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6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26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1270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1272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3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1274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75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1277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78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9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1280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81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82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84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85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1286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87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88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1289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1290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1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1292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1293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4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129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129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61.xml><?xml version="1.0" encoding="utf-8"?>
<p:sld xmlns:a="http://schemas.openxmlformats.org/drawingml/2006/main" xmlns:p="http://schemas.openxmlformats.org/presentationml/2006/main">
  <p:cSld>
    <p:spTree>
      <p:nvGrpSpPr>
        <p:cNvPr id="12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0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1301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302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1303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4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5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1306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7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1308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9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13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6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13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1314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13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1316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17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6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3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2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1324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1325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13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13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6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13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1335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36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337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1338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1339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0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341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1342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1343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4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345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1346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1347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8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349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1350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13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3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6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1359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3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1361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136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1364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1365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136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136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1368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9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6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7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7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1376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3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1378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1379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1380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3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1382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1383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138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38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67.xml><?xml version="1.0" encoding="utf-8"?>
<p:sld xmlns:a="http://schemas.openxmlformats.org/drawingml/2006/main" xmlns:p="http://schemas.openxmlformats.org/presentationml/2006/main">
  <p:cSld>
    <p:spTree>
      <p:nvGrpSpPr>
        <p:cNvPr id="13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38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38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139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139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139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139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139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139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6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2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1403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1404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05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14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1407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08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14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1410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11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14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1413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14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6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1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42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14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422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14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1424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1425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14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1427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1428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1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1430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1431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1432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3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14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4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7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5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45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14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458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14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1460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1461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14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1463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1464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14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1466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1467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1468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69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147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47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71.xml><?xml version="1.0" encoding="utf-8"?>
<p:sld xmlns:a="http://schemas.openxmlformats.org/drawingml/2006/main" xmlns:p="http://schemas.openxmlformats.org/presentationml/2006/main">
  <p:cSld>
    <p:spTree>
      <p:nvGrpSpPr>
        <p:cNvPr id="14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7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14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1478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9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1480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1481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2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1483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84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5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486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1487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88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9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490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1491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92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93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494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1495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96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97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498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1499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00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1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1502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15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15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7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0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09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151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1511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1513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1514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515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1517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1518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1520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1521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1523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1524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1526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1527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1529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1530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1532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153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153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7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39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154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1541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42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1543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1544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1546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1547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1548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5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1550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1551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15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15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7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58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15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1560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1" name="" descr="{&quot;isTemplate&quot;:true,&quot;type&quot;:&quot;text&quot;}"/>
          <p:cNvSpPr txBox="1"/>
          <p:nvPr/>
        </p:nvSpPr>
        <p:spPr>
          <a:xfrm rot="0" flipH="0" flipV="0">
            <a:off x="609600" y="3314700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1562" name="" descr="{&quot;isTemplate&quot;:true,&quot;type&quot;:&quot;text&quot;}"/>
          <p:cNvSpPr txBox="1"/>
          <p:nvPr/>
        </p:nvSpPr>
        <p:spPr>
          <a:xfrm rot="0" flipH="0" flipV="0">
            <a:off x="609600" y="379095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two project documents define everything that follows. Read them before the next class.</a:t>
            </a:r>
            <a:endParaRPr/>
          </a:p>
        </p:txBody>
      </p:sp>
      <p:sp>
        <p:nvSpPr>
          <p:cNvPr id="1563" name=""/>
          <p:cNvSpPr/>
          <p:nvPr/>
        </p:nvSpPr>
        <p:spPr>
          <a:xfrm rot="0" flipH="0" flipV="0">
            <a:off x="3505200" y="23241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64" name=""/>
          <p:cNvSpPr/>
          <p:nvPr/>
        </p:nvSpPr>
        <p:spPr>
          <a:xfrm rot="0" flipH="0" flipV="0">
            <a:off x="3676650" y="24860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90800"/>
            <a:ext cx="209550" cy="209550"/>
          </a:xfrm>
          <a:prstGeom prst="rect">
            <a:avLst/>
          </a:prstGeom>
          <a:ln/>
        </p:spPr>
      </p:pic>
      <p:sp>
        <p:nvSpPr>
          <p:cNvPr id="1566" name="" descr="{&quot;isTemplate&quot;:true,&quot;type&quot;:&quot;text&quot;}"/>
          <p:cNvSpPr txBox="1"/>
          <p:nvPr/>
        </p:nvSpPr>
        <p:spPr>
          <a:xfrm rot="0" flipH="0" flipV="0">
            <a:off x="4229100" y="24574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1567" name="" descr="{&quot;isTemplate&quot;:true,&quot;type&quot;:&quot;text&quot;}"/>
          <p:cNvSpPr txBox="1"/>
          <p:nvPr/>
        </p:nvSpPr>
        <p:spPr>
          <a:xfrm rot="0" flipH="0" flipV="0">
            <a:off x="4229100" y="26860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1568" name=""/>
          <p:cNvSpPr/>
          <p:nvPr/>
        </p:nvSpPr>
        <p:spPr>
          <a:xfrm rot="0" flipH="0" flipV="0">
            <a:off x="3505200" y="31813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69" name=""/>
          <p:cNvSpPr/>
          <p:nvPr/>
        </p:nvSpPr>
        <p:spPr>
          <a:xfrm rot="0" flipH="0" flipV="0">
            <a:off x="3676650" y="3343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48050"/>
            <a:ext cx="209550" cy="209550"/>
          </a:xfrm>
          <a:prstGeom prst="rect">
            <a:avLst/>
          </a:prstGeom>
          <a:ln/>
        </p:spPr>
      </p:pic>
      <p:sp>
        <p:nvSpPr>
          <p:cNvPr id="1571" name="" descr="{&quot;isTemplate&quot;:true,&quot;type&quot;:&quot;text&quot;}"/>
          <p:cNvSpPr txBox="1"/>
          <p:nvPr/>
        </p:nvSpPr>
        <p:spPr>
          <a:xfrm rot="0" flipH="0" flipV="0">
            <a:off x="4229100" y="33147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1572" name="" descr="{&quot;isTemplate&quot;:true,&quot;type&quot;:&quot;text&quot;}"/>
          <p:cNvSpPr txBox="1"/>
          <p:nvPr/>
        </p:nvSpPr>
        <p:spPr>
          <a:xfrm rot="0" flipH="0" flipV="0">
            <a:off x="4229100" y="35433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1573" name=""/>
          <p:cNvSpPr/>
          <p:nvPr/>
        </p:nvSpPr>
        <p:spPr>
          <a:xfrm rot="0" flipH="0" flipV="0">
            <a:off x="3505200" y="40386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74" name=""/>
          <p:cNvSpPr/>
          <p:nvPr/>
        </p:nvSpPr>
        <p:spPr>
          <a:xfrm rot="0" flipH="0" flipV="0">
            <a:off x="3676650" y="42005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305300"/>
            <a:ext cx="209550" cy="209550"/>
          </a:xfrm>
          <a:prstGeom prst="rect">
            <a:avLst/>
          </a:prstGeom>
          <a:ln/>
        </p:spPr>
      </p:pic>
      <p:sp>
        <p:nvSpPr>
          <p:cNvPr id="1576" name="" descr="{&quot;isTemplate&quot;:true,&quot;type&quot;:&quot;text&quot;}"/>
          <p:cNvSpPr txBox="1"/>
          <p:nvPr/>
        </p:nvSpPr>
        <p:spPr>
          <a:xfrm rot="0" flipH="0" flipV="0">
            <a:off x="4229100" y="41719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1577" name="" descr="{&quot;isTemplate&quot;:true,&quot;type&quot;:&quot;text&quot;}"/>
          <p:cNvSpPr txBox="1"/>
          <p:nvPr/>
        </p:nvSpPr>
        <p:spPr>
          <a:xfrm rot="0" flipH="0" flipV="0">
            <a:off x="4229100" y="44005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1578" name=""/>
          <p:cNvSpPr/>
          <p:nvPr/>
        </p:nvSpPr>
        <p:spPr>
          <a:xfrm rot="0" flipH="0" flipV="0">
            <a:off x="3505200" y="48958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79" name=""/>
          <p:cNvSpPr/>
          <p:nvPr/>
        </p:nvSpPr>
        <p:spPr>
          <a:xfrm rot="0" flipH="0" flipV="0">
            <a:off x="3676650" y="50577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62550"/>
            <a:ext cx="209550" cy="209550"/>
          </a:xfrm>
          <a:prstGeom prst="rect">
            <a:avLst/>
          </a:prstGeom>
          <a:ln/>
        </p:spPr>
      </p:pic>
      <p:sp>
        <p:nvSpPr>
          <p:cNvPr id="1581" name="" descr="{&quot;isTemplate&quot;:true,&quot;type&quot;:&quot;text&quot;}"/>
          <p:cNvSpPr txBox="1"/>
          <p:nvPr/>
        </p:nvSpPr>
        <p:spPr>
          <a:xfrm rot="0" flipH="0" flipV="0">
            <a:off x="4229100" y="50292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1582" name="" descr="{&quot;isTemplate&quot;:true,&quot;type&quot;:&quot;text&quot;}"/>
          <p:cNvSpPr txBox="1"/>
          <p:nvPr/>
        </p:nvSpPr>
        <p:spPr>
          <a:xfrm rot="0" flipH="0" flipV="0">
            <a:off x="4229100" y="52578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158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8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7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9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159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1591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1592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93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1595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Form a team of ~3 and agree on roles.</a:t>
            </a:r>
            <a:endParaRPr/>
          </a:p>
        </p:txBody>
      </p:sp>
      <p:sp>
        <p:nvSpPr>
          <p:cNvPr id="1596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97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1599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1600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01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1603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1604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05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1607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1608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09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1611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161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3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1614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1615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161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61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76.xml><?xml version="1.0" encoding="utf-8"?>
<p:sld xmlns:a="http://schemas.openxmlformats.org/drawingml/2006/main" xmlns:p="http://schemas.openxmlformats.org/presentationml/2006/main">
  <p:cSld>
    <p:spTree>
      <p:nvGrpSpPr>
        <p:cNvPr id="16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0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1621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1622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3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4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1625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6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1627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28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1629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0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163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1634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2026-09-02T14:18:52Z</dcterms:created>
  <dcterms:modified xsi:type="dcterms:W3CDTF">2026-09-02T14:18:52Z</dcterms:modified>
</cp:coreProperties>
</file>